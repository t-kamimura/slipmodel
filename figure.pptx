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5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802D2E-420D-6E2E-7922-CA89520232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A7091E8-7973-45D9-A795-218613F32D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202E144-5F51-380C-68E9-2E773C72D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E9255-F9BE-4808-9FE1-8C5FCFF1473D}" type="datetimeFigureOut">
              <a:rPr kumimoji="1" lang="ja-JP" altLang="en-US" smtClean="0"/>
              <a:t>2025/9/8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AEB9EE6-65CE-7F76-CE45-85751DF3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1981515-3A87-7C6A-F129-D435F42BD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26CCA-51C1-45F1-A63D-C9B401F74B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4551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B6CE83-68EE-75CD-C0BC-CE426E9AE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6BA2414-CC46-D53A-2FF8-09B8C55E8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E221797-3AB2-A487-E50D-0AAD6A42B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E9255-F9BE-4808-9FE1-8C5FCFF1473D}" type="datetimeFigureOut">
              <a:rPr kumimoji="1" lang="ja-JP" altLang="en-US" smtClean="0"/>
              <a:t>2025/9/8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B3032AD-A0EA-051C-7F47-5929BF537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60887DF-2D80-8679-5131-063D4AFC7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26CCA-51C1-45F1-A63D-C9B401F74B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6089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719195-E97A-1E73-BD44-533BAF419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1438914-B5AD-CBBC-E6D8-C567D5A8D7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83C5F2D-3C0F-FAE6-E829-44B508226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E9255-F9BE-4808-9FE1-8C5FCFF1473D}" type="datetimeFigureOut">
              <a:rPr kumimoji="1" lang="ja-JP" altLang="en-US" smtClean="0"/>
              <a:t>2025/9/8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6CF81F7-1E5C-3148-97B7-0A3A14B8A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405314-AE63-F372-D370-EDD9DDFB5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26CCA-51C1-45F1-A63D-C9B401F74B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8285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22AAE7-2FB2-B529-C9D3-E6B18D903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51BBB0C-1F5B-C886-E387-7472F2B137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E47E833-75E5-34DF-67D9-34A195F5CC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DCF449C-E119-C1D4-C01F-1A8B1DED5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E9255-F9BE-4808-9FE1-8C5FCFF1473D}" type="datetimeFigureOut">
              <a:rPr kumimoji="1" lang="ja-JP" altLang="en-US" smtClean="0"/>
              <a:t>2025/9/8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DA2371A-15E0-3A9E-1588-E293366B0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6161B54-38FD-CFF0-CB7A-D47C95B5B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26CCA-51C1-45F1-A63D-C9B401F74B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5019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D73943-48A1-9D13-F909-C4EC6DE69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302461A-1722-7E73-2954-688857BE5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0C64D06-CBB1-27F1-66F7-BDE1FD206A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4A26127-9C3B-9BED-4230-57B3770E14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FBD4EEB-BB08-1FC1-4AF3-A94156054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1C58969-4F0A-ADDD-E4E2-6DE0E5D2A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E9255-F9BE-4808-9FE1-8C5FCFF1473D}" type="datetimeFigureOut">
              <a:rPr kumimoji="1" lang="ja-JP" altLang="en-US" smtClean="0"/>
              <a:t>2025/9/8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38A7755-EAF0-4B7D-AC15-52C271C71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F2CF6A6-5C42-9694-22B1-A4C050EE2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26CCA-51C1-45F1-A63D-C9B401F74B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3825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1760A3-B8FA-FE2D-6CDF-B5EA03E83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92ACACD-933B-CE53-10AC-3EE90E005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E9255-F9BE-4808-9FE1-8C5FCFF1473D}" type="datetimeFigureOut">
              <a:rPr kumimoji="1" lang="ja-JP" altLang="en-US" smtClean="0"/>
              <a:t>2025/9/8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7B9F3F5-1048-511B-F100-D4C888DB1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981EC58-62E2-1A09-A894-BDAD6970F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26CCA-51C1-45F1-A63D-C9B401F74B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0361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588CF61-D655-8E45-3458-E9D5AB81A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E9255-F9BE-4808-9FE1-8C5FCFF1473D}" type="datetimeFigureOut">
              <a:rPr kumimoji="1" lang="ja-JP" altLang="en-US" smtClean="0"/>
              <a:t>2025/9/8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CC7F734-8440-D6B7-0D24-7FAB0B513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616329C-07F9-9479-72A8-96A5C5483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26CCA-51C1-45F1-A63D-C9B401F74B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20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B8F6F2-40CE-8DFB-69F8-8A5C5A3DE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49DAA78-8AB7-BC87-1EEA-CD8AF017A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C0F2F24-0EEC-71BA-988B-75030F0B26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D9DCA80-4060-CA51-5293-1224BDF83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E9255-F9BE-4808-9FE1-8C5FCFF1473D}" type="datetimeFigureOut">
              <a:rPr kumimoji="1" lang="ja-JP" altLang="en-US" smtClean="0"/>
              <a:t>2025/9/8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BCB241B-117F-7D69-86D7-F4C754364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6A5B8F8-ACCE-57CA-8F3D-1221548CF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26CCA-51C1-45F1-A63D-C9B401F74B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2854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8F6D70-A988-3ECF-0E4E-B95F09C91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26DAE72-899E-F33F-BE6C-0C8F5CA2A3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0CEBDDE-61AF-CC78-F2B0-C1326DC67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C02CA2E-B31F-F8AC-3C3B-501ABF223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E9255-F9BE-4808-9FE1-8C5FCFF1473D}" type="datetimeFigureOut">
              <a:rPr kumimoji="1" lang="ja-JP" altLang="en-US" smtClean="0"/>
              <a:t>2025/9/8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BF4FE1D-E439-AB6C-8193-625FF2BDC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BDDEDD8-F390-4C2D-D936-22F33785E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26CCA-51C1-45F1-A63D-C9B401F74B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941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899EB3-F52A-8B2F-CE7C-009688D99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63733FB-9682-CA22-AEC0-3FC041B5F6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C14042E-D172-65A3-0548-BE25E3C56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E9255-F9BE-4808-9FE1-8C5FCFF1473D}" type="datetimeFigureOut">
              <a:rPr kumimoji="1" lang="ja-JP" altLang="en-US" smtClean="0"/>
              <a:t>2025/9/8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FEE6E9A-383F-9579-4581-4C81362BC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6A5A16E-4794-BF76-04FD-89EE0CABD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26CCA-51C1-45F1-A63D-C9B401F74B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6901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F89084F-91C9-7962-E81B-DC91A5D37F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4E4F18E-7AEB-F61F-259C-4F8C9F1842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C0A3828-15A5-AAAB-D83D-1104421BE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E9255-F9BE-4808-9FE1-8C5FCFF1473D}" type="datetimeFigureOut">
              <a:rPr kumimoji="1" lang="ja-JP" altLang="en-US" smtClean="0"/>
              <a:t>2025/9/8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69A527E-57D0-C076-891D-474C27E02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A972702-1665-253E-3588-816E843BA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26CCA-51C1-45F1-A63D-C9B401F74B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3423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24CABA8-BA13-5014-3700-938FF49C0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92BDD56-F331-66DA-24EF-0BD5291CB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724742A-E266-0055-1D9B-CBC3E9671C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1E9255-F9BE-4808-9FE1-8C5FCFF1473D}" type="datetimeFigureOut">
              <a:rPr kumimoji="1" lang="ja-JP" altLang="en-US" smtClean="0"/>
              <a:t>2025/9/8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1961F16-1DCC-C23E-9863-6D002DD6ED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79027DB-0781-209F-9353-B085568EB3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126CCA-51C1-45F1-A63D-C9B401F74B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9839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楕円 4">
            <a:extLst>
              <a:ext uri="{FF2B5EF4-FFF2-40B4-BE49-F238E27FC236}">
                <a16:creationId xmlns:a16="http://schemas.microsoft.com/office/drawing/2014/main" id="{6F61B2AE-E9D1-F403-D9A2-A8295199007B}"/>
              </a:ext>
            </a:extLst>
          </p:cNvPr>
          <p:cNvSpPr/>
          <p:nvPr/>
        </p:nvSpPr>
        <p:spPr>
          <a:xfrm>
            <a:off x="5653015" y="2931584"/>
            <a:ext cx="279400" cy="2794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B721475-1672-F9FE-764B-989FFB0D0082}"/>
              </a:ext>
            </a:extLst>
          </p:cNvPr>
          <p:cNvSpPr/>
          <p:nvPr/>
        </p:nvSpPr>
        <p:spPr>
          <a:xfrm>
            <a:off x="5653015" y="2131484"/>
            <a:ext cx="1015999" cy="8001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DE4EC34C-6CC5-8AD5-46C3-1B4192403ED1}"/>
              </a:ext>
            </a:extLst>
          </p:cNvPr>
          <p:cNvSpPr/>
          <p:nvPr/>
        </p:nvSpPr>
        <p:spPr>
          <a:xfrm>
            <a:off x="6385381" y="2931584"/>
            <a:ext cx="279400" cy="2794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3AC2A78E-5CF0-7FD0-F073-688A84A2C165}"/>
              </a:ext>
            </a:extLst>
          </p:cNvPr>
          <p:cNvCxnSpPr/>
          <p:nvPr/>
        </p:nvCxnSpPr>
        <p:spPr>
          <a:xfrm>
            <a:off x="2980267" y="2616371"/>
            <a:ext cx="778933" cy="0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D950E04B-0800-357F-75AA-8E616D90D607}"/>
              </a:ext>
            </a:extLst>
          </p:cNvPr>
          <p:cNvCxnSpPr/>
          <p:nvPr/>
        </p:nvCxnSpPr>
        <p:spPr>
          <a:xfrm>
            <a:off x="4861427" y="2580071"/>
            <a:ext cx="778933" cy="0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58C543D6-32F2-8AAF-2905-07C25D7BCAC0}"/>
              </a:ext>
            </a:extLst>
          </p:cNvPr>
          <p:cNvCxnSpPr/>
          <p:nvPr/>
        </p:nvCxnSpPr>
        <p:spPr>
          <a:xfrm>
            <a:off x="3759200" y="2354434"/>
            <a:ext cx="0" cy="427566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63D59598-DBA2-4F46-44EA-1BB67A182014}"/>
              </a:ext>
            </a:extLst>
          </p:cNvPr>
          <p:cNvCxnSpPr/>
          <p:nvPr/>
        </p:nvCxnSpPr>
        <p:spPr>
          <a:xfrm>
            <a:off x="4861562" y="2354434"/>
            <a:ext cx="0" cy="427566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1" name="フリーフォーム: 図形 20">
            <a:extLst>
              <a:ext uri="{FF2B5EF4-FFF2-40B4-BE49-F238E27FC236}">
                <a16:creationId xmlns:a16="http://schemas.microsoft.com/office/drawing/2014/main" id="{6F1DC83A-4950-47E0-657B-68434EB4E9EF}"/>
              </a:ext>
            </a:extLst>
          </p:cNvPr>
          <p:cNvSpPr/>
          <p:nvPr/>
        </p:nvSpPr>
        <p:spPr>
          <a:xfrm>
            <a:off x="1083734" y="1938339"/>
            <a:ext cx="8068732" cy="1490661"/>
          </a:xfrm>
          <a:custGeom>
            <a:avLst/>
            <a:gdLst>
              <a:gd name="connsiteX0" fmla="*/ 1507065 w 8068732"/>
              <a:gd name="connsiteY0" fmla="*/ 0 h 1490661"/>
              <a:gd name="connsiteX1" fmla="*/ 1892290 w 8068732"/>
              <a:gd name="connsiteY1" fmla="*/ 0 h 1490661"/>
              <a:gd name="connsiteX2" fmla="*/ 1892290 w 8068732"/>
              <a:gd name="connsiteY2" fmla="*/ 1272645 h 1490661"/>
              <a:gd name="connsiteX3" fmla="*/ 8068732 w 8068732"/>
              <a:gd name="connsiteY3" fmla="*/ 1272645 h 1490661"/>
              <a:gd name="connsiteX4" fmla="*/ 8068732 w 8068732"/>
              <a:gd name="connsiteY4" fmla="*/ 1490661 h 1490661"/>
              <a:gd name="connsiteX5" fmla="*/ 0 w 8068732"/>
              <a:gd name="connsiteY5" fmla="*/ 1490661 h 1490661"/>
              <a:gd name="connsiteX6" fmla="*/ 0 w 8068732"/>
              <a:gd name="connsiteY6" fmla="*/ 1272645 h 1490661"/>
              <a:gd name="connsiteX7" fmla="*/ 1507065 w 8068732"/>
              <a:gd name="connsiteY7" fmla="*/ 1272645 h 1490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068732" h="1490661">
                <a:moveTo>
                  <a:pt x="1507065" y="0"/>
                </a:moveTo>
                <a:lnTo>
                  <a:pt x="1892290" y="0"/>
                </a:lnTo>
                <a:lnTo>
                  <a:pt x="1892290" y="1272645"/>
                </a:lnTo>
                <a:lnTo>
                  <a:pt x="8068732" y="1272645"/>
                </a:lnTo>
                <a:lnTo>
                  <a:pt x="8068732" y="1490661"/>
                </a:lnTo>
                <a:lnTo>
                  <a:pt x="0" y="1490661"/>
                </a:lnTo>
                <a:lnTo>
                  <a:pt x="0" y="1272645"/>
                </a:lnTo>
                <a:lnTo>
                  <a:pt x="1507065" y="1272645"/>
                </a:ln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105533B5-18E9-EE91-62DB-10AB3119A439}"/>
              </a:ext>
            </a:extLst>
          </p:cNvPr>
          <p:cNvSpPr/>
          <p:nvPr/>
        </p:nvSpPr>
        <p:spPr>
          <a:xfrm>
            <a:off x="815765" y="3307292"/>
            <a:ext cx="8875605" cy="8487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78733574-A2D3-EF6A-A0A4-494D94A68AE8}"/>
              </a:ext>
            </a:extLst>
          </p:cNvPr>
          <p:cNvGrpSpPr/>
          <p:nvPr/>
        </p:nvGrpSpPr>
        <p:grpSpPr>
          <a:xfrm rot="16200000">
            <a:off x="4212359" y="1807072"/>
            <a:ext cx="192872" cy="1105264"/>
            <a:chOff x="4794579" y="2524408"/>
            <a:chExt cx="222764" cy="1462656"/>
          </a:xfrm>
        </p:grpSpPr>
        <p:cxnSp>
          <p:nvCxnSpPr>
            <p:cNvPr id="3" name="直線コネクタ 2">
              <a:extLst>
                <a:ext uri="{FF2B5EF4-FFF2-40B4-BE49-F238E27FC236}">
                  <a16:creationId xmlns:a16="http://schemas.microsoft.com/office/drawing/2014/main" id="{A40F8A68-6174-0496-FD64-ACEACEF0956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734322" y="2696047"/>
              <a:ext cx="343278" cy="0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" name="直線コネクタ 3">
              <a:extLst>
                <a:ext uri="{FF2B5EF4-FFF2-40B4-BE49-F238E27FC236}">
                  <a16:creationId xmlns:a16="http://schemas.microsoft.com/office/drawing/2014/main" id="{5B199FFF-C1AE-AC5B-1E84-6492951019E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706272" y="3787375"/>
              <a:ext cx="399378" cy="0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grpSp>
          <p:nvGrpSpPr>
            <p:cNvPr id="6" name="グループ化 5">
              <a:extLst>
                <a:ext uri="{FF2B5EF4-FFF2-40B4-BE49-F238E27FC236}">
                  <a16:creationId xmlns:a16="http://schemas.microsoft.com/office/drawing/2014/main" id="{AD1FCA45-7826-8182-7FB0-745F6B37DBD5}"/>
                </a:ext>
              </a:extLst>
            </p:cNvPr>
            <p:cNvGrpSpPr/>
            <p:nvPr/>
          </p:nvGrpSpPr>
          <p:grpSpPr>
            <a:xfrm>
              <a:off x="4794579" y="2867685"/>
              <a:ext cx="222764" cy="720000"/>
              <a:chOff x="4815961" y="2867686"/>
              <a:chExt cx="180000" cy="510700"/>
            </a:xfrm>
          </p:grpSpPr>
          <p:cxnSp>
            <p:nvCxnSpPr>
              <p:cNvPr id="9" name="直線コネクタ 8">
                <a:extLst>
                  <a:ext uri="{FF2B5EF4-FFF2-40B4-BE49-F238E27FC236}">
                    <a16:creationId xmlns:a16="http://schemas.microsoft.com/office/drawing/2014/main" id="{918423D7-5790-6605-792E-4202374AD8D7}"/>
                  </a:ext>
                </a:extLst>
              </p:cNvPr>
              <p:cNvCxnSpPr/>
              <p:nvPr/>
            </p:nvCxnSpPr>
            <p:spPr>
              <a:xfrm>
                <a:off x="4905961" y="2867686"/>
                <a:ext cx="90000" cy="25557"/>
              </a:xfrm>
              <a:prstGeom prst="line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0" name="直線コネクタ 9">
                <a:extLst>
                  <a:ext uri="{FF2B5EF4-FFF2-40B4-BE49-F238E27FC236}">
                    <a16:creationId xmlns:a16="http://schemas.microsoft.com/office/drawing/2014/main" id="{7AF8D8B5-8726-78EB-F41B-AFFE048781E9}"/>
                  </a:ext>
                </a:extLst>
              </p:cNvPr>
              <p:cNvCxnSpPr/>
              <p:nvPr/>
            </p:nvCxnSpPr>
            <p:spPr>
              <a:xfrm flipH="1">
                <a:off x="4815961" y="2892019"/>
                <a:ext cx="180000" cy="54183"/>
              </a:xfrm>
              <a:prstGeom prst="line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3" name="直線コネクタ 12">
                <a:extLst>
                  <a:ext uri="{FF2B5EF4-FFF2-40B4-BE49-F238E27FC236}">
                    <a16:creationId xmlns:a16="http://schemas.microsoft.com/office/drawing/2014/main" id="{A6BC16F7-AA65-6710-7730-8106CFDB39C0}"/>
                  </a:ext>
                </a:extLst>
              </p:cNvPr>
              <p:cNvCxnSpPr/>
              <p:nvPr/>
            </p:nvCxnSpPr>
            <p:spPr>
              <a:xfrm>
                <a:off x="4815961" y="2946202"/>
                <a:ext cx="180000" cy="51115"/>
              </a:xfrm>
              <a:prstGeom prst="line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6" name="直線コネクタ 15">
                <a:extLst>
                  <a:ext uri="{FF2B5EF4-FFF2-40B4-BE49-F238E27FC236}">
                    <a16:creationId xmlns:a16="http://schemas.microsoft.com/office/drawing/2014/main" id="{87E82FFF-19E3-5FF5-C878-D8576302F5D8}"/>
                  </a:ext>
                </a:extLst>
              </p:cNvPr>
              <p:cNvCxnSpPr/>
              <p:nvPr/>
            </p:nvCxnSpPr>
            <p:spPr>
              <a:xfrm>
                <a:off x="4815961" y="3352829"/>
                <a:ext cx="90000" cy="25557"/>
              </a:xfrm>
              <a:prstGeom prst="line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7" name="直線コネクタ 16">
                <a:extLst>
                  <a:ext uri="{FF2B5EF4-FFF2-40B4-BE49-F238E27FC236}">
                    <a16:creationId xmlns:a16="http://schemas.microsoft.com/office/drawing/2014/main" id="{898A7740-EFEA-3A8E-F61A-B6938B3FB8D9}"/>
                  </a:ext>
                </a:extLst>
              </p:cNvPr>
              <p:cNvCxnSpPr/>
              <p:nvPr/>
            </p:nvCxnSpPr>
            <p:spPr>
              <a:xfrm flipH="1">
                <a:off x="4815961" y="2996092"/>
                <a:ext cx="180000" cy="54183"/>
              </a:xfrm>
              <a:prstGeom prst="line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18" name="直線コネクタ 17">
                <a:extLst>
                  <a:ext uri="{FF2B5EF4-FFF2-40B4-BE49-F238E27FC236}">
                    <a16:creationId xmlns:a16="http://schemas.microsoft.com/office/drawing/2014/main" id="{96C85D30-69B2-BCD1-92CF-7C5EE8459775}"/>
                  </a:ext>
                </a:extLst>
              </p:cNvPr>
              <p:cNvCxnSpPr/>
              <p:nvPr/>
            </p:nvCxnSpPr>
            <p:spPr>
              <a:xfrm>
                <a:off x="4815961" y="3050275"/>
                <a:ext cx="180000" cy="51115"/>
              </a:xfrm>
              <a:prstGeom prst="line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0" name="直線コネクタ 19">
                <a:extLst>
                  <a:ext uri="{FF2B5EF4-FFF2-40B4-BE49-F238E27FC236}">
                    <a16:creationId xmlns:a16="http://schemas.microsoft.com/office/drawing/2014/main" id="{34B67997-CD1B-59C4-6D3A-E8A6CE410EB2}"/>
                  </a:ext>
                </a:extLst>
              </p:cNvPr>
              <p:cNvCxnSpPr/>
              <p:nvPr/>
            </p:nvCxnSpPr>
            <p:spPr>
              <a:xfrm flipH="1">
                <a:off x="4815961" y="3100165"/>
                <a:ext cx="180000" cy="54183"/>
              </a:xfrm>
              <a:prstGeom prst="line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2" name="直線コネクタ 21">
                <a:extLst>
                  <a:ext uri="{FF2B5EF4-FFF2-40B4-BE49-F238E27FC236}">
                    <a16:creationId xmlns:a16="http://schemas.microsoft.com/office/drawing/2014/main" id="{998E8921-F93E-1F0B-5D71-C83FF3DD0FDE}"/>
                  </a:ext>
                </a:extLst>
              </p:cNvPr>
              <p:cNvCxnSpPr/>
              <p:nvPr/>
            </p:nvCxnSpPr>
            <p:spPr>
              <a:xfrm flipH="1">
                <a:off x="4815961" y="3298646"/>
                <a:ext cx="180000" cy="54183"/>
              </a:xfrm>
              <a:prstGeom prst="line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3" name="直線コネクタ 22">
                <a:extLst>
                  <a:ext uri="{FF2B5EF4-FFF2-40B4-BE49-F238E27FC236}">
                    <a16:creationId xmlns:a16="http://schemas.microsoft.com/office/drawing/2014/main" id="{38DF6BAD-D911-31F0-1304-346FA04A993E}"/>
                  </a:ext>
                </a:extLst>
              </p:cNvPr>
              <p:cNvCxnSpPr/>
              <p:nvPr/>
            </p:nvCxnSpPr>
            <p:spPr>
              <a:xfrm>
                <a:off x="4815961" y="3153123"/>
                <a:ext cx="180000" cy="51115"/>
              </a:xfrm>
              <a:prstGeom prst="line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4" name="直線コネクタ 23">
                <a:extLst>
                  <a:ext uri="{FF2B5EF4-FFF2-40B4-BE49-F238E27FC236}">
                    <a16:creationId xmlns:a16="http://schemas.microsoft.com/office/drawing/2014/main" id="{5677FEFC-EE46-2C43-98C1-BC0747048BC2}"/>
                  </a:ext>
                </a:extLst>
              </p:cNvPr>
              <p:cNvCxnSpPr/>
              <p:nvPr/>
            </p:nvCxnSpPr>
            <p:spPr>
              <a:xfrm flipH="1">
                <a:off x="4815961" y="3203013"/>
                <a:ext cx="180000" cy="54183"/>
              </a:xfrm>
              <a:prstGeom prst="line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  <p:cxnSp>
            <p:nvCxnSpPr>
              <p:cNvPr id="25" name="直線コネクタ 24">
                <a:extLst>
                  <a:ext uri="{FF2B5EF4-FFF2-40B4-BE49-F238E27FC236}">
                    <a16:creationId xmlns:a16="http://schemas.microsoft.com/office/drawing/2014/main" id="{0B4E6EC0-7557-0487-5949-7547B3E8F6A4}"/>
                  </a:ext>
                </a:extLst>
              </p:cNvPr>
              <p:cNvCxnSpPr/>
              <p:nvPr/>
            </p:nvCxnSpPr>
            <p:spPr>
              <a:xfrm>
                <a:off x="4815961" y="3252976"/>
                <a:ext cx="180000" cy="51115"/>
              </a:xfrm>
              <a:prstGeom prst="line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cxnSp>
        </p:grpSp>
      </p:grp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8779E123-79AD-7D86-98B6-155ED2ABC99A}"/>
              </a:ext>
            </a:extLst>
          </p:cNvPr>
          <p:cNvCxnSpPr>
            <a:cxnSpLocks/>
          </p:cNvCxnSpPr>
          <p:nvPr/>
        </p:nvCxnSpPr>
        <p:spPr>
          <a:xfrm>
            <a:off x="4401663" y="2782000"/>
            <a:ext cx="459764" cy="0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82BB2269-0963-655B-1495-80D9E66498F5}"/>
              </a:ext>
            </a:extLst>
          </p:cNvPr>
          <p:cNvGrpSpPr/>
          <p:nvPr/>
        </p:nvGrpSpPr>
        <p:grpSpPr>
          <a:xfrm>
            <a:off x="3957874" y="2606275"/>
            <a:ext cx="520525" cy="359282"/>
            <a:chOff x="4046042" y="2517522"/>
            <a:chExt cx="520525" cy="359282"/>
          </a:xfrm>
        </p:grpSpPr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947551B0-0289-00A9-6697-B3B2A1F1D519}"/>
                </a:ext>
              </a:extLst>
            </p:cNvPr>
            <p:cNvSpPr/>
            <p:nvPr/>
          </p:nvSpPr>
          <p:spPr>
            <a:xfrm>
              <a:off x="4109958" y="2584621"/>
              <a:ext cx="456609" cy="20192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67EB3EFA-CDC7-EA88-EDCB-75546DAE21DD}"/>
                </a:ext>
              </a:extLst>
            </p:cNvPr>
            <p:cNvSpPr/>
            <p:nvPr/>
          </p:nvSpPr>
          <p:spPr>
            <a:xfrm>
              <a:off x="4046042" y="2517522"/>
              <a:ext cx="139305" cy="359282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D9CCC10B-BA33-5A59-52BF-38BE00F5035B}"/>
              </a:ext>
            </a:extLst>
          </p:cNvPr>
          <p:cNvCxnSpPr>
            <a:cxnSpLocks/>
          </p:cNvCxnSpPr>
          <p:nvPr/>
        </p:nvCxnSpPr>
        <p:spPr>
          <a:xfrm>
            <a:off x="4230169" y="2669458"/>
            <a:ext cx="0" cy="201929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2B785240-CFFF-9E93-8143-76948FC39520}"/>
              </a:ext>
            </a:extLst>
          </p:cNvPr>
          <p:cNvCxnSpPr>
            <a:cxnSpLocks/>
          </p:cNvCxnSpPr>
          <p:nvPr/>
        </p:nvCxnSpPr>
        <p:spPr>
          <a:xfrm>
            <a:off x="3753473" y="2774540"/>
            <a:ext cx="483837" cy="0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テキスト ボックス 41">
                <a:extLst>
                  <a:ext uri="{FF2B5EF4-FFF2-40B4-BE49-F238E27FC236}">
                    <a16:creationId xmlns:a16="http://schemas.microsoft.com/office/drawing/2014/main" id="{B0549E9B-56E7-05F9-5C56-1B0D0FDB9F40}"/>
                  </a:ext>
                </a:extLst>
              </p:cNvPr>
              <p:cNvSpPr txBox="1"/>
              <p:nvPr/>
            </p:nvSpPr>
            <p:spPr>
              <a:xfrm>
                <a:off x="6020746" y="2429717"/>
                <a:ext cx="26366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42" name="テキスト ボックス 41">
                <a:extLst>
                  <a:ext uri="{FF2B5EF4-FFF2-40B4-BE49-F238E27FC236}">
                    <a16:creationId xmlns:a16="http://schemas.microsoft.com/office/drawing/2014/main" id="{B0549E9B-56E7-05F9-5C56-1B0D0FDB9F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0746" y="2429717"/>
                <a:ext cx="263662" cy="276999"/>
              </a:xfrm>
              <a:prstGeom prst="rect">
                <a:avLst/>
              </a:prstGeom>
              <a:blipFill>
                <a:blip r:embed="rId2"/>
                <a:stretch>
                  <a:fillRect l="-9302" r="-1162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テキスト ボックス 42">
                <a:extLst>
                  <a:ext uri="{FF2B5EF4-FFF2-40B4-BE49-F238E27FC236}">
                    <a16:creationId xmlns:a16="http://schemas.microsoft.com/office/drawing/2014/main" id="{B9CA8483-71D6-F078-02F2-192C63D310DD}"/>
                  </a:ext>
                </a:extLst>
              </p:cNvPr>
              <p:cNvSpPr txBox="1"/>
              <p:nvPr/>
            </p:nvSpPr>
            <p:spPr>
              <a:xfrm>
                <a:off x="4149675" y="1961838"/>
                <a:ext cx="19909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43" name="テキスト ボックス 42">
                <a:extLst>
                  <a:ext uri="{FF2B5EF4-FFF2-40B4-BE49-F238E27FC236}">
                    <a16:creationId xmlns:a16="http://schemas.microsoft.com/office/drawing/2014/main" id="{B9CA8483-71D6-F078-02F2-192C63D310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9675" y="1961838"/>
                <a:ext cx="199092" cy="276999"/>
              </a:xfrm>
              <a:prstGeom prst="rect">
                <a:avLst/>
              </a:prstGeom>
              <a:blipFill>
                <a:blip r:embed="rId3"/>
                <a:stretch>
                  <a:fillRect l="-28125" r="-25000" b="-88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FC2BED75-0C32-F77A-E9B9-5B51121FBB47}"/>
                  </a:ext>
                </a:extLst>
              </p:cNvPr>
              <p:cNvSpPr txBox="1"/>
              <p:nvPr/>
            </p:nvSpPr>
            <p:spPr>
              <a:xfrm>
                <a:off x="4149675" y="2889555"/>
                <a:ext cx="1788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FC2BED75-0C32-F77A-E9B9-5B51121FBB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9675" y="2889555"/>
                <a:ext cx="178832" cy="276999"/>
              </a:xfrm>
              <a:prstGeom prst="rect">
                <a:avLst/>
              </a:prstGeom>
              <a:blipFill>
                <a:blip r:embed="rId4"/>
                <a:stretch>
                  <a:fillRect l="-17241" r="-1034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525C8744-EFD7-B155-7B63-787DDE87609C}"/>
              </a:ext>
            </a:extLst>
          </p:cNvPr>
          <p:cNvCxnSpPr>
            <a:cxnSpLocks/>
          </p:cNvCxnSpPr>
          <p:nvPr/>
        </p:nvCxnSpPr>
        <p:spPr>
          <a:xfrm>
            <a:off x="6171174" y="3093509"/>
            <a:ext cx="0" cy="213783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テキスト ボックス 47">
                <a:extLst>
                  <a:ext uri="{FF2B5EF4-FFF2-40B4-BE49-F238E27FC236}">
                    <a16:creationId xmlns:a16="http://schemas.microsoft.com/office/drawing/2014/main" id="{53A06A2A-8B88-99B8-8767-DDF20695E250}"/>
                  </a:ext>
                </a:extLst>
              </p:cNvPr>
              <p:cNvSpPr txBox="1"/>
              <p:nvPr/>
            </p:nvSpPr>
            <p:spPr>
              <a:xfrm>
                <a:off x="6085316" y="3325835"/>
                <a:ext cx="1961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48" name="テキスト ボックス 47">
                <a:extLst>
                  <a:ext uri="{FF2B5EF4-FFF2-40B4-BE49-F238E27FC236}">
                    <a16:creationId xmlns:a16="http://schemas.microsoft.com/office/drawing/2014/main" id="{53A06A2A-8B88-99B8-8767-DDF20695E2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5316" y="3325835"/>
                <a:ext cx="196144" cy="276999"/>
              </a:xfrm>
              <a:prstGeom prst="rect">
                <a:avLst/>
              </a:prstGeom>
              <a:blipFill>
                <a:blip r:embed="rId5"/>
                <a:stretch>
                  <a:fillRect l="-15625" r="-937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89619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</Words>
  <Application>Microsoft Office PowerPoint</Application>
  <PresentationFormat>ワイド画面</PresentationFormat>
  <Paragraphs>4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上村　知也</dc:creator>
  <cp:lastModifiedBy>知也 上村</cp:lastModifiedBy>
  <cp:revision>2</cp:revision>
  <dcterms:created xsi:type="dcterms:W3CDTF">2025-09-05T07:35:57Z</dcterms:created>
  <dcterms:modified xsi:type="dcterms:W3CDTF">2025-09-08T04:14:03Z</dcterms:modified>
</cp:coreProperties>
</file>